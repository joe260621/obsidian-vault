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AI 工具部署教程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从零开始，小白也能学会的 AI 安装指南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覆盖 Claude Code / Codex / DeepSeek / Cherry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834640"/>
            <a:ext cx="3017520" cy="274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01  一、认识 AI 工具部署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02  二、选择你的部署路线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03  三、部署前的准备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04  四、DeepSeek + Cherry Studio（国内推荐）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05  五、Claude Code 安装（海外）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06  六、Codex CLI 安装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07  七、用 DeepSeek API 驱动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08  八、中转站方案：Claude Code 走 DeepSeek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09  九、常见问题排查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10  十、安装后使用指南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11  附录：速查表 &amp; 链接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两条部署路线对比</a:t>
            </a:r>
          </a:p>
        </p:txBody>
      </p:sp>
      <p:pic>
        <p:nvPicPr>
          <p:cNvPr id="4" name="Picture 3" descr="deepseek_vs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610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环境检查 &amp; 工具选择</a:t>
            </a:r>
          </a:p>
        </p:txBody>
      </p:sp>
      <p:pic>
        <p:nvPicPr>
          <p:cNvPr id="4" name="Picture 3" descr="env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760720" cy="3502839"/>
          </a:xfrm>
          <a:prstGeom prst="rect">
            <a:avLst/>
          </a:prstGeom>
        </p:spPr>
      </p:pic>
      <p:pic>
        <p:nvPicPr>
          <p:cNvPr id="5" name="Picture 4" descr="t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35340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路线 B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DeepSeek API</a:t>
            </a:r>
          </a:p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+ Cherry Studio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国内直连, 无需外网</a:t>
            </a:r>
          </a:p>
          <a:p>
            <a:pPr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手机号注册, 微信/支付宝充值</a:t>
            </a:r>
          </a:p>
          <a:p>
            <a:pPr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约 10 分钟完成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786384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71323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 platform.deepseek.com（国内直接打开）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444752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 手机号注册 -&gt; 点 API Keys -&gt; 创建新 Key -&gt; 复制保存（只显示一次）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103120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299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3. 点充值 -&gt; 微信/支付宝扫码 -&gt; 最低 10 元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761488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6883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4. cherry-ai.com 下载 Cherry Studio -&gt; 安装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419856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46703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5. 启动 Cherry Studio -&gt; 设置 -&gt; 模型服务 -&gt; 添加 DeepSeek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4078223"/>
            <a:ext cx="91440" cy="914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0507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6. 填入刚才复制的 Key -&gt; 保存 -&gt; 回到对话框即可使用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56DB"/>
                </a:solidFill>
                <a:latin typeface="Microsoft YaHei"/>
              </a:defRPr>
            </a:pPr>
            <a:r>
              <a:t>Cherry Studio：国产免费 AI 客户端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国内直连, 无需外网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支持 DeepSeek / OpenAI / 智谱...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463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文件对话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拖入 PDF / Word / Excel 直接提问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4630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美观易用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图形界面操作, 比命令行友好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5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完全免费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开源软件, 无任何收费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749039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2335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多模型对比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同时问多个模型, 比较答案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749039"/>
            <a:ext cx="3474720" cy="219456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402335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DB"/>
                </a:solidFill>
                <a:latin typeface="Microsoft YaHei"/>
              </a:defRPr>
            </a:pPr>
            <a:r>
              <a:t>提示词库 + Markdown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内置提示词, 支持 Markdown 渲染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路线 A：Claude Code 四步安装法</a:t>
            </a:r>
          </a:p>
        </p:txBody>
      </p:sp>
      <p:pic>
        <p:nvPicPr>
          <p:cNvPr id="4" name="Picture 3" descr="install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8150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路线 A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Claude Code</a:t>
            </a: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四步安装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基于 Node.js 的命令行工具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需要外网 + Visa 支付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约 15 分钟完成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786384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71323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 nodejs.org 下载 LTS 版 -&gt; 安装时勾选 Add to PATH -&gt; 装完重启终端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444752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 终端输入 node --version，看到版本号说明装好了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103120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299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3. console.anthropic.com（需外网）注册 -&gt; API Keys -&gt; 创建 -&gt; 复制 Key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761488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6883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4. 终端输入 npm install -g @anthropic-ai/claude-code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419856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46703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5. 终端输入 claude login -&gt; 粘贴 Key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4078223"/>
            <a:ext cx="91440" cy="914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0507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6. 终端输入 claude "你好" -&gt; 收到回复即成功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路线 A-2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Codex CLI</a:t>
            </a: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OpenAI 出品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基于 Node.js 的命令行工具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需外网 + Visa（同 Claude Code）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可用 ChatGPT 同款 Key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786384"/>
            <a:ext cx="91440" cy="914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71323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 nodejs.org 下载 LTS 版安装（已装的可跳过）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444752"/>
            <a:ext cx="91440" cy="914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 platform.openai.com（需外网）-&gt; API Keys -&gt; 创建 -&gt; 复制 Key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103120"/>
            <a:ext cx="91440" cy="914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0299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3. npm install -g @openai/codex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761488"/>
            <a:ext cx="91440" cy="914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6883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4. Win: $env:OPENAI_API_KEY = "你的Key"   Mac: export OPENAI_API_KEY="你的Key"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419856"/>
            <a:ext cx="91440" cy="914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46703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5. codex "你好" -&gt; 收到回复即成功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最强方案</a:t>
            </a:r>
          </a:p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用 DeepSeek</a:t>
            </a:r>
          </a:p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来跑 Codex</a:t>
            </a:r>
          </a:p>
          <a:p>
            <a:pPr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Codex 是车, DeepSeek 是油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接口格式一样, 换个地址就行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费用只要 OpenAI 的 1/10</a:t>
            </a:r>
          </a:p>
          <a:p>
            <a:pPr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国内直连 + 微信充值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603503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53035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 platform.deepseek.com 注册 -&gt; API Keys -&gt; 创建 Key -&gt; 复制（和前面一样）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2618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18871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 npm install -g @openai/codex（前面已装的可跳过）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92024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3. 打开终端，复制粘贴下面两行（把钥匙替换成你自己的）：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57860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 $env:OPENAI_BASE_URL = "https://api.deepseek.com/v1"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23697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 $env:OPENAI_API_KEY = "sk-粘贴你刚才复制的钥匙"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895343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4. 验证：codex "你好" -&gt; 收到回复就是成功了！Codex 现在用 DeepSeek 驱动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455371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480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（Mac 用户把 $env: 改成 export，后面加等号）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C3AED"/>
                </a:solidFill>
                <a:latin typeface="Microsoft YaHei"/>
              </a:defRPr>
            </a:pPr>
            <a:r>
              <a:t>进阶：中转站 -- 让 Claude Code 走 DeepSeek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Claude Code 不能直接连 DeepSeek（接口格式不同），需要一个中转站当翻译。整个过程在国内网络完成。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170078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62763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1. 找一个中转站（选支持微信/支付宝的、运营半年以上的、有客服群的）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235915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2. 注册后你会拿到两样东西：中转站地址（网址）和钥匙（sk-...）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301752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94436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3. 打开终端，复制粘贴下面两行（替换成你自己的地址和钥匙）：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3675887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36027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 $env:ANTHROPIC_BASE_URL = "中转站给你的地址"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4334255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26110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 $env:ANTHROPIC_API_KEY = "中转站给你的钥匙"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4992623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91947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4. 正常使用：claude "你好" -&gt; Claude Code 通过中转站走 DeepSeek 了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565099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5577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选站提醒：先充 5-10 元试几天，稳定了再大额。别信白菜价宣传。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常见问题排查</a:t>
            </a:r>
          </a:p>
        </p:txBody>
      </p:sp>
      <p:pic>
        <p:nvPicPr>
          <p:cNvPr id="4" name="Picture 3" descr="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9339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安装后使用指南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越具体越好</a:t>
            </a:r>
          </a:p>
          <a:p>
            <a:pPr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模糊问题 -&gt; 模糊答案</a:t>
            </a:r>
            <a:br/>
            <a:r>
              <a:t>写方案 -&gt; 写奶茶店运营方案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01168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3716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给上下文</a:t>
            </a:r>
          </a:p>
          <a:p>
            <a:pPr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告诉 AI 你的背景和目的</a:t>
            </a:r>
            <a:br/>
            <a:r>
              <a:t>我是新手, 用大白话解释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201168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3716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可以追问</a:t>
            </a:r>
          </a:p>
          <a:p>
            <a:pPr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不满意就让它改</a:t>
            </a:r>
            <a:br/>
            <a:r>
              <a:t>太长压缩到200字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88720"/>
            <a:ext cx="201168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3716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文件对话</a:t>
            </a:r>
          </a:p>
          <a:p>
            <a:pPr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拖入 PDF/Excel 直接提问</a:t>
            </a:r>
            <a:br/>
            <a:r>
              <a:t>支持多种文件格式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188720"/>
            <a:ext cx="2011680" cy="2743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3716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定期更新</a:t>
            </a:r>
          </a:p>
          <a:p>
            <a:pPr>
              <a:defRPr sz="400" b="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npm update -g 保持最新</a:t>
            </a:r>
            <a:br/>
            <a:r>
              <a:t>Cherry Studio 自动更新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常用命令：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claude          进入 Claude Code 对话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codex           进入 Codex 对话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claude "问题"    单次提问（不进入对话模式）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codex "问题"     单次提问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claude/codex --version    查看版本号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claude login    重新登录 / 更换 Key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npm update -g @anthropic-ai/claude-code    更新 Claude Code</a:t>
            </a:r>
          </a:p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npm update -g @openai/codex    更新 Codex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费用参考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4572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DeepSeek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15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Microsoft YaHei"/>
              </a:defRPr>
            </a:pPr>
            <a:r>
              <a:t>1-2 元/百万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极便宜, 国内直连, 微信充值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65960"/>
            <a:ext cx="4572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Codex + DeepSeek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84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Microsoft YaHei"/>
              </a:defRPr>
            </a:pPr>
            <a:r>
              <a:t>同上 (Codex 免费)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Codex 免费 + DeepSeek 低价, 近乎免费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39"/>
            <a:ext cx="45720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529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OpenAI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529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891B2"/>
                </a:solidFill>
                <a:latin typeface="Microsoft YaHei"/>
              </a:defRPr>
            </a:pPr>
            <a:r>
              <a:t>$0.15-15/百万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39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需外网 + Visa, 小模型较便宜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4572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216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Anthropic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216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$3-15/百万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需外网 + Visa, 模型最强但贵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457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Cherry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icrosoft YaHei"/>
              </a:defRPr>
            </a:pPr>
            <a:r>
              <a:t>完全免费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开源软件, 图形界面, 支持多模型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440680"/>
            <a:ext cx="457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458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Claude Code / Codex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458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icrosoft YaHei"/>
              </a:defRPr>
            </a:pPr>
            <a:r>
              <a:t>完全免费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开源命令行工具, npm 一键安装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F46E5"/>
                </a:solidFill>
                <a:latin typeface="Microsoft YaHei"/>
              </a:defRPr>
            </a:pPr>
            <a:r>
              <a:t>重要链接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DeepSeek 控制台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platform.deepseek.com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注册 + 获取 Key + 微信充值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47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Cherry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cherry-ai.com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下载免费 AI 客户端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OpenAI 控制台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78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platform.openai.com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1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Codex / ChatGPT API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10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Anthropic 控制台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10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console.anthropic.com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393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Claude API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41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nodejs.org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708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必须先装的运行环境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73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Claude Code 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73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docs.anthropic.com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023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Claude Code 官方文档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86400"/>
            <a:ext cx="36576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04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Codex 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504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github.com/openai/codex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338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OpenAI 官方开源仓库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恭喜完成学习！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7D2FE"/>
                </a:solidFill>
                <a:latin typeface="Microsoft YaHei"/>
              </a:defRPr>
            </a:pPr>
            <a:r>
              <a:t>现在你已经可以独立完成 AI 工具的部署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931920"/>
            <a:ext cx="256032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4114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小白首选</a:t>
            </a:r>
          </a:p>
          <a:p>
            <a:pPr>
              <a:defRPr sz="1100" b="0">
                <a:solidFill>
                  <a:srgbClr val="C7D2FE"/>
                </a:solidFill>
                <a:latin typeface="Microsoft YaHei"/>
              </a:defRPr>
            </a:pPr>
            <a:r>
              <a:t>DeepSeek + Cherry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931920"/>
            <a:ext cx="256032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4114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编程首选</a:t>
            </a:r>
          </a:p>
          <a:p>
            <a:pPr>
              <a:defRPr sz="1100" b="0">
                <a:solidFill>
                  <a:srgbClr val="C7D2FE"/>
                </a:solidFill>
                <a:latin typeface="Microsoft YaHei"/>
              </a:defRPr>
            </a:pPr>
            <a:r>
              <a:t>Codex + DeepSeek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2560320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4114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全能王者</a:t>
            </a:r>
          </a:p>
          <a:p>
            <a:pPr>
              <a:defRPr sz="1100" b="0">
                <a:solidFill>
                  <a:srgbClr val="C7D2FE"/>
                </a:solidFill>
                <a:latin typeface="Microsoft YaHei"/>
              </a:defRPr>
            </a:pPr>
            <a:r>
              <a:t>Claude Code + 中转站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