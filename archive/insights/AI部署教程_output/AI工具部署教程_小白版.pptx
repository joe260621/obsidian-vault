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12"/>
    <p:sldId id="270" r:id="rId11"/>
    <p:sldId id="271" r:id="rId10"/>
    <p:sldId id="272" r:id="rId9"/>
    <p:sldId id="273" r:id="rId8"/>
  </p:sldIdLst>
  <p:sldSz cx="12192000" cy="6858000"/>
  <p:notesSz cx="6858000" cy="9144000"/>
  <p:embeddedFontLst>
    <p:embeddedFont>
      <p:font typeface="OPPOSans B" panose="00020600040101010101" charset="-122"/>
      <p:regular r:id="rId29"/>
    </p:embeddedFont>
    <p:embeddedFont>
      <p:font typeface="OPPOSans M" panose="00020600040101010101" charset="-122"/>
      <p:regular r:id="rId30"/>
    </p:embeddedFont>
    <p:embeddedFont>
      <p:font typeface="OPPOSans H" panose="00020600040101010101" charset="-122"/>
      <p:regular r:id="rId31"/>
    </p:embeddedFont>
    <p:embeddedFont>
      <p:font typeface="Source Han Sans" panose="020B0500000000000000" charset="-122"/>
      <p:regular r:id="rId32"/>
    </p:embeddedFont>
    <p:embeddedFont>
      <p:font typeface="OPPOSans L" panose="00020600040101010101" charset="-122"/>
      <p:regular r:id="rId33"/>
    </p:embeddedFont>
    <p:embeddedFont>
      <p:font typeface="Source Han Sans CN Bold" panose="020B0800000000000000" charset="-122"/>
      <p:bold r:id="rId34"/>
    </p:embeddedFont>
    <p:embeddedFont>
      <p:font typeface="OPPOSans R" panose="00020600040101010101" charset="-122"/>
      <p:regular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8" Type="http://schemas.openxmlformats.org/officeDocument/2006/relationships/slide" Target="slides/slide18.xml"/><Relationship Id="rId9" Type="http://schemas.openxmlformats.org/officeDocument/2006/relationships/slide" Target="slides/slide17.xml"/><Relationship Id="rId10" Type="http://schemas.openxmlformats.org/officeDocument/2006/relationships/slide" Target="slides/slide16.xml"/><Relationship Id="rId11" Type="http://schemas.openxmlformats.org/officeDocument/2006/relationships/slide" Target="slides/slide15.xml"/><Relationship Id="rId12" Type="http://schemas.openxmlformats.org/officeDocument/2006/relationships/slide" Target="slides/slide14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ableStyles" Target="tableStyles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AI 工具部署教程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7D2FE"/>
                </a:solidFill>
                <a:latin typeface="Microsoft YaHei"/>
              </a:defRPr>
            </a:pPr>
            <a:r>
              <a:t>从零开始 · 小白也能学会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5B4FC"/>
                </a:solidFill>
                <a:latin typeface="Microsoft YaHei"/>
              </a:defRPr>
            </a:pPr>
            <a:r>
              <a:t>国内用户首选 DeepSeek + Cherry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18CF8"/>
                </a:solidFill>
                <a:latin typeface="Microsoft YaHei"/>
              </a:defRPr>
            </a:pPr>
            <a:r>
              <a:t>Claude Code / Codex / DeepSeek / Cherry Studio 全覆盖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4F46E5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1887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认识 AI 工具部署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8308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选择部署路线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37744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部署前准备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97180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路线B: DeepSeek(推荐)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56616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路线A: Claude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1605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60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路线A: Codex CLI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75488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DeepSeek驱动Codex/CC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34924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进阶: 中转站方案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94360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常见问题排查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653796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537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使用指南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71323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7132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Microsoft YaHei"/>
              </a:defRPr>
            </a:pPr>
            <a:r>
              <a:t>附录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  <a:latin typeface="Microsoft YaHei"/>
              </a:defRPr>
            </a:pPr>
            <a:r>
              <a:t>两条部署路线对比</a:t>
            </a:r>
          </a:p>
        </p:txBody>
      </p:sp>
      <p:pic>
        <p:nvPicPr>
          <p:cNvPr id="3" name="Picture 2" descr="deepseek_vs_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1247120" cy="56106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4F46E5"/>
                </a:solidFill>
                <a:latin typeface="Microsoft YaHei"/>
              </a:defRPr>
            </a:pPr>
            <a:r>
              <a:t>环境检查 &amp; 工具选择</a:t>
            </a:r>
          </a:p>
        </p:txBody>
      </p:sp>
      <p:pic>
        <p:nvPicPr>
          <p:cNvPr id="3" name="Picture 2" descr="env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5486400" cy="3336037"/>
          </a:xfrm>
          <a:prstGeom prst="rect">
            <a:avLst/>
          </a:prstGeom>
        </p:spPr>
      </p:pic>
      <p:pic>
        <p:nvPicPr>
          <p:cNvPr id="4" name="Picture 3" descr="too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57200"/>
            <a:ext cx="5486400" cy="34200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路线B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DeepSeek API</a:t>
            </a:r>
            <a:br/>
            <a:r>
              <a:t>+ Cherry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FDBFE"/>
                </a:solidFill>
                <a:latin typeface="Microsoft YaHei"/>
              </a:defRPr>
            </a:pPr>
            <a:r>
              <a:t>🇨🇳 国内直连</a:t>
            </a:r>
            <a:br/>
            <a:r>
              <a:t>💰 微信/支付宝充值</a:t>
            </a:r>
            <a:br/>
            <a:r>
              <a:t>⏱️ 约10分钟完成</a:t>
            </a:r>
          </a:p>
        </p:txBody>
      </p:sp>
      <p:sp>
        <p:nvSpPr>
          <p:cNvPr id="6" name="Oval 5"/>
          <p:cNvSpPr/>
          <p:nvPr/>
        </p:nvSpPr>
        <p:spPr>
          <a:xfrm>
            <a:off x="4754880" y="841248"/>
            <a:ext cx="137160" cy="1371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7315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① platform.deepseek.com 注册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1709928"/>
            <a:ext cx="137160" cy="1371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600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② 手机号注册 (+86)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2578608"/>
            <a:ext cx="137160" cy="1371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③ API Keys → 创建 Key → 复制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3447287"/>
            <a:ext cx="137160" cy="1371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33755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④ 微信/支付宝充值 ¥10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4315968"/>
            <a:ext cx="137160" cy="1371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2062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⑤ cherry-ai.com 下载客户端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5184648"/>
            <a:ext cx="137160" cy="1371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074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⑥ 填入 Key → 开始使用！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  <a:latin typeface="Microsoft YaHei"/>
              </a:defRPr>
            </a:pPr>
            <a:r>
              <a:t>Cherry Studio — 国产免费 AI 客户端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291840" cy="22860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🌐 国内直连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无需外网，下载即用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291840" cy="22860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234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🔌 多模型支持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DeepSeek / OpenAI / 智谱 / 通义千问...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097280"/>
            <a:ext cx="3291840" cy="22860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23443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📂 文件对话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9202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拖入 PDF/Word/Excel 直接提问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3291840" cy="22860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86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🎨 美观界面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72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现代化设计，比命令行友好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749039"/>
            <a:ext cx="3291840" cy="22860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886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💰 完全免费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572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开源软件，Apache 2.0 协议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749039"/>
            <a:ext cx="3291840" cy="228600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886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56DB"/>
                </a:solidFill>
                <a:latin typeface="Microsoft YaHei"/>
              </a:defRPr>
            </a:pPr>
            <a:r>
              <a:t>🔧 高级功能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572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多模型对比、提示词库、Markdown 渲染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  <a:latin typeface="Microsoft YaHei"/>
              </a:defRPr>
            </a:pPr>
            <a:r>
              <a:t>路线A：Claude Code 四步安装法</a:t>
            </a:r>
          </a:p>
        </p:txBody>
      </p:sp>
      <p:pic>
        <p:nvPicPr>
          <p:cNvPr id="3" name="Picture 2" descr="install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1247120" cy="8150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STEP 1+2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环境 + API Key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1207007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10972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装 Node.js (nodejs.org → LTS)</a:t>
            </a:r>
          </a:p>
        </p:txBody>
      </p:sp>
      <p:sp>
        <p:nvSpPr>
          <p:cNvPr id="7" name="Oval 6"/>
          <p:cNvSpPr/>
          <p:nvPr/>
        </p:nvSpPr>
        <p:spPr>
          <a:xfrm>
            <a:off x="4754880" y="2212848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2103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⚠️ 勾选 Add to PATH</a:t>
            </a:r>
          </a:p>
        </p:txBody>
      </p:sp>
      <p:sp>
        <p:nvSpPr>
          <p:cNvPr id="9" name="Oval 8"/>
          <p:cNvSpPr/>
          <p:nvPr/>
        </p:nvSpPr>
        <p:spPr>
          <a:xfrm>
            <a:off x="4754880" y="3218688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31089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注册 Anthropic (需外网)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4224528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4114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创建 API Key → 保存好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STEP 3+4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安装 + 验证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1207007"/>
            <a:ext cx="137160" cy="1371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10972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npm install -g @anthropic-ai/claude-code</a:t>
            </a:r>
          </a:p>
        </p:txBody>
      </p:sp>
      <p:sp>
        <p:nvSpPr>
          <p:cNvPr id="7" name="Oval 6"/>
          <p:cNvSpPr/>
          <p:nvPr/>
        </p:nvSpPr>
        <p:spPr>
          <a:xfrm>
            <a:off x="4754880" y="2212848"/>
            <a:ext cx="137160" cy="1371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2103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等待 2-5 分钟</a:t>
            </a:r>
          </a:p>
        </p:txBody>
      </p:sp>
      <p:sp>
        <p:nvSpPr>
          <p:cNvPr id="9" name="Oval 8"/>
          <p:cNvSpPr/>
          <p:nvPr/>
        </p:nvSpPr>
        <p:spPr>
          <a:xfrm>
            <a:off x="4754880" y="3218688"/>
            <a:ext cx="137160" cy="1371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31089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claude login → 粘贴 Key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4224528"/>
            <a:ext cx="137160" cy="1371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4114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claude "你好" → 成功！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路线A-2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Codex CLI</a:t>
            </a:r>
            <a:br/>
            <a:r>
              <a:t>OpenAI 出品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1FAE5"/>
                </a:solidFill>
                <a:latin typeface="Microsoft YaHei"/>
              </a:defRPr>
            </a:pPr>
            <a:r>
              <a:t>🤖 OpenAI 官方 CLI 工具</a:t>
            </a:r>
            <a:br/>
            <a:r>
              <a:t>🔑 可用 ChatGPT 同款 Key</a:t>
            </a:r>
            <a:br/>
            <a:r>
              <a:t>⚡ npm 一键安装</a:t>
            </a:r>
          </a:p>
        </p:txBody>
      </p:sp>
      <p:sp>
        <p:nvSpPr>
          <p:cNvPr id="6" name="Oval 5"/>
          <p:cNvSpPr/>
          <p:nvPr/>
        </p:nvSpPr>
        <p:spPr>
          <a:xfrm>
            <a:off x="4754880" y="841248"/>
            <a:ext cx="137160" cy="13716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7315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① platform.openai.com 获取 Key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1709928"/>
            <a:ext cx="137160" cy="13716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6002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② npm install -g @openai/codex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2578608"/>
            <a:ext cx="137160" cy="13716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③ 配置环境变量 OPENAI_API_KEY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3447287"/>
            <a:ext cx="137160" cy="13716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33755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④ codex "你好" 验证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4315968"/>
            <a:ext cx="137160" cy="13716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2062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⑤ 与 Claude Code 功能相似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5184648"/>
            <a:ext cx="137160" cy="13716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5074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⑥ 可按需同时安装两者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最强方案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用 DeepSeek</a:t>
            </a:r>
            <a:br/>
            <a:r>
              <a:t>来跑 Codex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FAE5"/>
                </a:solidFill>
                <a:latin typeface="Microsoft YaHei"/>
              </a:defRPr>
            </a:pPr>
            <a:r>
              <a:t>Codex 是车，DeepSeek 是油</a:t>
            </a:r>
            <a:br/>
            <a:r>
              <a:t>接口一样，换个地址就能用</a:t>
            </a:r>
            <a:br/>
            <a:r>
              <a:t>费用只要 OpenAI 的 1/10</a:t>
            </a:r>
            <a:br/>
            <a:r>
              <a:t>国内直连 + 微信充值</a:t>
            </a:r>
          </a:p>
        </p:txBody>
      </p:sp>
      <p:sp>
        <p:nvSpPr>
          <p:cNvPr id="6" name="Oval 5"/>
          <p:cNvSpPr/>
          <p:nvPr/>
        </p:nvSpPr>
        <p:spPr>
          <a:xfrm>
            <a:off x="4754880" y="658368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548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去 DeepSeek 拿钥匙: platform.deepseek.com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1527048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41731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装 Codex: npm install -g @openai/codex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2395728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告诉 Codex 去 DeepSeek（复制粘贴一行）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3264408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15467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第一行: OPENAI_BASE_URL=api.deepseek.com/v1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4133087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02335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第二行: OPENAI_API_KEY=你的钥匙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5001768"/>
            <a:ext cx="137160" cy="137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48920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试试: codex 你好 → 用 DeepSeek 回复!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进阶：让 Claude Code 走 DeepSeek（中转站）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Microsoft YaHei"/>
              </a:defRPr>
            </a:pPr>
            <a:r>
              <a:t>Claude Code 说英语，DeepSeek 说中文，中转站当翻译——在国内就能完成。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292608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只需三步：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601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Microsoft YaHei"/>
              </a:defRPr>
            </a:pPr>
            <a:r>
              <a:t>1. 找中转站 → 微信注册 → 拿到地址和钥匙</a:t>
            </a:r>
            <a:br/>
            <a:br/>
            <a:r>
              <a:t>2. 打开终端，复制粘贴两行（替换成你自己的）：</a:t>
            </a:r>
            <a:br/>
            <a:r>
              <a:t>   $env:ANTHROPIC_BASE_URL = "中转站给的地址"</a:t>
            </a:r>
            <a:br/>
            <a:r>
              <a:t>   $env:ANTHROPIC_API_KEY = "中转站给的钥匙"</a:t>
            </a:r>
            <a:br/>
            <a:br/>
            <a:r>
              <a:t>3. 正常用: claude "你好" → 走DeepSeek回复!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Microsoft YaHei"/>
              </a:defRPr>
            </a:pPr>
            <a:r>
              <a:t>选站提醒：充5-10块先试几天。别信「白菜价」宣传，认准运营半年以上的站。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1554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66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方案速查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DS+Cherry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978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¥10起 | 小白首选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Codex+DS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58978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¥10起 | 编程首选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Codex+OAI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8978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$5起 | 有ChatGPT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  <a:latin typeface="Microsoft YaHei"/>
              </a:defRPr>
            </a:pPr>
            <a:r>
              <a:t>CC+中转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58978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¥10起 | 没外网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  <a:latin typeface="Microsoft YaHei"/>
              </a:defRPr>
            </a:pPr>
            <a:r>
              <a:t>常见问题排查</a:t>
            </a:r>
          </a:p>
        </p:txBody>
      </p:sp>
      <p:pic>
        <p:nvPicPr>
          <p:cNvPr id="3" name="Picture 2" descr="troublesho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11612880" cy="93390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  <a:latin typeface="Microsoft YaHei"/>
              </a:defRPr>
            </a:pPr>
            <a:r>
              <a:t>高效使用技巧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011680" cy="4846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越具体越好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❌写方案 → ✅写奶茶店运营方案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2011680" cy="4846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给上下文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011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告诉AI你的背景和目的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2011680" cy="4846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可以追问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011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太长→压缩 / 不对→换个角度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2011680" cy="4846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文件对话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011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拖入PDF/Excel直接提问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188720"/>
            <a:ext cx="2011680" cy="48463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定期更新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2011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npm update 或客户端自动更新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  <a:latin typeface="Microsoft YaHei"/>
              </a:defRPr>
            </a:pPr>
            <a:r>
              <a:t>命令 &amp; 操作速查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5029200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Claude Code 交互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终端输入 claude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65960"/>
            <a:ext cx="5029200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Codex 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终端输入 codex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5029200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查看版本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claude/codex --version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0439"/>
            <a:ext cx="5029200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7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重新登录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claude 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5029200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Cherry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图形界面 → 选模型 → 对话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5029200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5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46E5"/>
                </a:solidFill>
                <a:latin typeface="Microsoft YaHei"/>
              </a:defRPr>
            </a:pPr>
            <a:r>
              <a:t>更新工具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1663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npm update -g @anthropic-ai/claude-code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  <a:latin typeface="Microsoft YaHei"/>
              </a:defRPr>
            </a:pPr>
            <a:r>
              <a:t>费用对比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058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64008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293B"/>
                </a:solidFill>
                <a:latin typeface="Microsoft YaHei"/>
              </a:defRPr>
            </a:pPr>
            <a:r>
              <a:t>DeepSeek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Microsoft YaHei"/>
              </a:defRPr>
            </a:pPr>
            <a:r>
              <a:t>极便宜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¥1-2/百万token · 国内直连 · 微信充值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60320"/>
            <a:ext cx="10058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64008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293B"/>
                </a:solidFill>
                <a:latin typeface="Microsoft YaHei"/>
              </a:defRPr>
            </a:pPr>
            <a:r>
              <a:t>OpenAI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891B2"/>
                </a:solidFill>
                <a:latin typeface="Microsoft YaHei"/>
              </a:defRPr>
            </a:pPr>
            <a:r>
              <a:t>中等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$0.15-15/百万token · 需外网 · Visa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931920"/>
            <a:ext cx="10058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931920"/>
            <a:ext cx="64008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293B"/>
                </a:solidFill>
                <a:latin typeface="Microsoft YaHei"/>
              </a:defRPr>
            </a:pPr>
            <a:r>
              <a:t>Anthropic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023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7706"/>
                </a:solidFill>
                <a:latin typeface="Microsoft YaHei"/>
              </a:defRPr>
            </a:pPr>
            <a:r>
              <a:t>较贵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805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$3-15/百万token · 需外网 · Visa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303520"/>
            <a:ext cx="100584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303520"/>
            <a:ext cx="64008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293B"/>
                </a:solidFill>
                <a:latin typeface="Microsoft YaHei"/>
              </a:defRPr>
            </a:pPr>
            <a:r>
              <a:t>Cherry/Codex/CC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394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  <a:latin typeface="Microsoft YaHei"/>
              </a:defRPr>
            </a:pPr>
            <a:r>
              <a:t>免费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8521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开源客户端/CLI · 永久免费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46E5"/>
                </a:solidFill>
                <a:latin typeface="Microsoft YaHei"/>
              </a:defRPr>
            </a:pPr>
            <a:r>
              <a:t>重要链接汇总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DeepSeek 控制台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46E5"/>
                </a:solidFill>
                <a:latin typeface="Microsoft YaHei"/>
              </a:defRPr>
            </a:pPr>
            <a:r>
              <a:t>platform.deepseek.com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注册 + 获取 Key + 充值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Cherry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46E5"/>
                </a:solidFill>
                <a:latin typeface="Microsoft YaHei"/>
              </a:defRPr>
            </a:pPr>
            <a:r>
              <a:t>cherry-ai.com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43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下载免费 AI 客户端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9184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46E5"/>
                </a:solidFill>
                <a:latin typeface="Microsoft YaHei"/>
              </a:defRPr>
            </a:pPr>
            <a:r>
              <a:t>nodejs.org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490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JavaScript 运行环境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9768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Anthropic 控制台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46E5"/>
                </a:solidFill>
                <a:latin typeface="Microsoft YaHei"/>
              </a:defRPr>
            </a:pPr>
            <a:r>
              <a:t>console.anthropic.com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Claude API Key（需外网）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303520"/>
            <a:ext cx="1005840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394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Microsoft YaHei"/>
              </a:defRPr>
            </a:pPr>
            <a:r>
              <a:t>Claude Code 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F46E5"/>
                </a:solidFill>
                <a:latin typeface="Microsoft YaHei"/>
              </a:defRPr>
            </a:pPr>
            <a:r>
              <a:t>docs.anthropic.com/en/docs/claude-code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760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官方文档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恭喜完成学习！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现在你已经可以独立完成 AI 工具的部署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840480"/>
            <a:ext cx="2560320" cy="1645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小白首选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D2FE"/>
                </a:solidFill>
                <a:latin typeface="Microsoft YaHei"/>
              </a:defRPr>
            </a:pPr>
            <a:r>
              <a:t>DeepSeek + Cherry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3840480"/>
            <a:ext cx="2560320" cy="1645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代码专家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D2FE"/>
                </a:solidFill>
                <a:latin typeface="Microsoft YaHei"/>
              </a:defRPr>
            </a:pPr>
            <a:r>
              <a:t>Codex + DeepSeek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840480"/>
            <a:ext cx="2560320" cy="1645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全能王者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4663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D2FE"/>
                </a:solidFill>
                <a:latin typeface="Microsoft YaHei"/>
              </a:defRPr>
            </a:pPr>
            <a:r>
              <a:t>Claude Code + 中转站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Microsoft YaHei"/>
              </a:defRPr>
            </a:pPr>
            <a:r>
              <a:t>让每个人都能用上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1820</Words>
  <Application>WPS 演示</Application>
  <PresentationFormat/>
  <Paragraphs>196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Arial</vt:lpstr>
      <vt:lpstr>宋体</vt:lpstr>
      <vt:lpstr>Wingdings</vt:lpstr>
      <vt:lpstr>OPPOSans B</vt:lpstr>
      <vt:lpstr>OPPOSans M</vt:lpstr>
      <vt:lpstr>OPPOSans H</vt:lpstr>
      <vt:lpstr>Source Han Sans</vt:lpstr>
      <vt:lpstr>OPPOSans L</vt:lpstr>
      <vt:lpstr>Source Han Sans CN Bold</vt:lpstr>
      <vt:lpstr>OPPOSans R</vt:lpstr>
      <vt:lpstr>等线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Joe</cp:lastModifiedBy>
  <cp:revision>1</cp:revision>
  <dcterms:created xsi:type="dcterms:W3CDTF">2026-06-22T16:19:35Z</dcterms:created>
  <dcterms:modified xsi:type="dcterms:W3CDTF">2026-06-22T16:19:35Z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2733986878A84F13A9B4CF5D08B7EF98_13</vt:lpwstr>
  </property>
  <property fmtid="{D5CDD505-2E9C-101B-9397-08002B2CF9AE}" pid="3" name="KSOProductBuildVer">
    <vt:lpwstr>2052-12.1.0.26895</vt:lpwstr>
  </property>
</Properties>
</file>